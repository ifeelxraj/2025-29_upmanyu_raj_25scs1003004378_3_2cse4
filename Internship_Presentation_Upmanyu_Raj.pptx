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54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072107" y="502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2107" y="80989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Data Science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XYlofy AI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6634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60920" y="1005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704088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60920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25SCS1003004378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56816"/>
            <a:ext cx="704088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39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60920" y="21396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 — Semester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523744"/>
            <a:ext cx="704088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706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60920" y="27066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090672"/>
            <a:ext cx="704088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60920" y="3273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XYlofy 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657600"/>
            <a:ext cx="704088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60920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Jun 2026 – 15 Jul 2026 (4 Weeks)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4224528"/>
            <a:ext cx="704088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4030CF-2B4B-5174-3BB9-80DA2ACB4F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0495" y="548640"/>
            <a:ext cx="564424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4-week AI &amp; Data Science Virtual Internship at XYlofy AI (15 June – 15 July 2026), focused on applying the complete data-science workflow — from data cleaning and exploratory analysis, to model building and evaluation, to communicating insights through visual reports and a live dashboard.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2037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 · REGRESSION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correlation analysis, and a regression model to predict house prices and identify the most influential features.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2037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 · FORECASTING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/ Prophet / XGBoost models forecasting monthly retail sales, evaluated on a held-out test period.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20574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037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APPLICATION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2468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Intelligence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K-Means demand segmentation, and a live Streamlit dashboard tying it together.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 across all tasks: data cleaning  →  exploratory analysis  →  feature preparation  →  model training  →  evaluation.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PLAN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2628900" cy="96012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166360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486400"/>
            <a:ext cx="2354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Data Foundations + EDA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60420" y="5074920"/>
            <a:ext cx="2628900" cy="96012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/>
        </p:spPr>
      </p:sp>
      <p:sp>
        <p:nvSpPr>
          <p:cNvPr id="22" name="Text 20"/>
          <p:cNvSpPr/>
          <p:nvPr/>
        </p:nvSpPr>
        <p:spPr>
          <a:xfrm>
            <a:off x="3497580" y="5166360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97580" y="5486400"/>
            <a:ext cx="2354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House Price Prediction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5074920"/>
            <a:ext cx="2628900" cy="96012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5166360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5486400"/>
            <a:ext cx="2354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Pipeline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83980" y="5074920"/>
            <a:ext cx="2628900" cy="96012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/>
        </p:spPr>
      </p:sp>
      <p:sp>
        <p:nvSpPr>
          <p:cNvPr id="28" name="Text 26"/>
          <p:cNvSpPr/>
          <p:nvPr/>
        </p:nvSpPr>
        <p:spPr>
          <a:xfrm>
            <a:off x="9121140" y="5166360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21140" y="5486400"/>
            <a:ext cx="2354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Segmentation &amp; Dashboard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  ·  25SCS1003004378  ·  3rd Semester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REGRESSION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house sale prices from property features (area, rooms, location-linked attributes, and other characteristics) using the Housing dataset.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and handled missing values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EDA to study the price distribution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correlation heatmap across numerical features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evaluated a regression model on the target price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600200"/>
            <a:ext cx="4206240" cy="4343400"/>
          </a:xfrm>
          <a:prstGeom prst="roundRect">
            <a:avLst>
              <a:gd name="adj" fmla="val 1739"/>
            </a:avLst>
          </a:prstGeom>
          <a:solidFill>
            <a:srgbClr val="EAF1FB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148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Correlation-based feature selection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809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5204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strongest price-correlated features via heatmap analysis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 closely tracked actual prices on evaluation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feature importance to explain price drivers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property size and quality-linked features were the strongest predictors of sale price.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  ·  25SCS1003004378  ·  3rd Semester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RESULTS IN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 —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Distribution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homes cluster in the mid-price range, with a long right tail of high-value properties — confirming a right-skewed housing market.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D5DEEC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856232"/>
            <a:ext cx="36576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84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40487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heatmap surfaced the numerical features most tightly linked to sale price, guiding which variables to prioritise in the model.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279392"/>
            <a:ext cx="36576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074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 Predicted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82803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prices tracked actual prices closely across the test set, validating the regression approach for this dataset.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D5DE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4279392"/>
            <a:ext cx="36576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4074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82803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feature importance pinpointed the handful of attributes driving most of the price variation — useful for explaining the model, not just running it.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  ·  25SCS1003004378  ·  3rd Semester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TIME-SERIES FORECASTING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 &amp; Demand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monthly retail sales, flag unusual sales weeks, and group products by demand behaviour — using a real Superstore sales dataset.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data-cleaning and feature-engineering pipeline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compared SARIMA, Prophet, and XGBoost forecasters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anomalies using Isolation Forest and Z-score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products using K-Means on demand behaviour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results through an interactive Streamlit dashboard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600200"/>
            <a:ext cx="4206240" cy="4343400"/>
          </a:xfrm>
          <a:prstGeom prst="roundRect">
            <a:avLst>
              <a:gd name="adj" fmla="val 1739"/>
            </a:avLst>
          </a:prstGeom>
          <a:solidFill>
            <a:srgbClr val="EAF1FB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(Statsmodels)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3840480"/>
            <a:ext cx="3657600" cy="0"/>
          </a:xfrm>
          <a:prstGeom prst="line">
            <a:avLst/>
          </a:prstGeom>
          <a:noFill/>
          <a:ln w="12700">
            <a:solidFill>
              <a:srgbClr val="9FB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80960" y="4800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MAE/RMSE on a held-out 3-month test  •  ~20% MAPE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  ·  25SCS1003004378  ·  3rd Semester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RESULTS IN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 — Key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MAPE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(SARIMA, 3-month test)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691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85623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6344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segments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via K-Means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85623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54964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weeks flagged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(Isolation Forest / Z-score)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September, November, and December rank in the top-3 sales months across all four years of data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business segments dip slightly in the next quarter; the West segment shows the least decline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demand segments identified: High-Volume Stable, Low-Volume Volatile, Growing, and Declining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4-page Streamlit dashboard presents forecasts, anomalies, and segments to a business audience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  ·  25SCS1003004378  ·  3rd Semester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2900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1188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pandas, NumPy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Matplotlib, Seaborn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8972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7260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5DEE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SARIMA, Prophet, XGBoost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3291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5DEEC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3291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5DEEC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Notebook, Google Colab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89720" y="3291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5DEEC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7260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  ·  25SCS1003004378  ·  3rd Semester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15727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is most of the 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2121408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needed significant cleaning before any model could be trained — this consumed more time than the modelling itself.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6364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86600" y="15727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shapes every later decision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86600" y="2121408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revealed which features mattered before model-building even started, guiding feature choices.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3950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models builds intuition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4498848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multiple models on the same problem (SARIMA vs. Prophet vs. XGBoost) clarified each model's strengths and trade-offs.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086600" y="3950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makes results usable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4498848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notebook analysis into a live Streamlit dashboard forced clearer, more decision-ready presentation of findings.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  ·  25SCS1003004378  ·  3rd Semester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provided hands-on experience with the complete data-science workflow — from raw, messy data to evaluated models to a deployed, interactive dashboard. Working across a regression problem and a multi-model forecasting system strengthened both technical skills and the judgment needed to choose the right approach for a given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8288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projects, along with complete code, notebooks, and documentation, are available on GitHub.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Upmanyu Raj  ·  25SCS1003004378  ·  B.Tech CSE (AI &amp; ML), 3rd Semester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958</Words>
  <Application>Microsoft Office PowerPoint</Application>
  <PresentationFormat>Custom</PresentationFormat>
  <Paragraphs>159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Upmanyu Raj</cp:lastModifiedBy>
  <cp:revision>2</cp:revision>
  <dcterms:created xsi:type="dcterms:W3CDTF">2026-08-29T16:21:42Z</dcterms:created>
  <dcterms:modified xsi:type="dcterms:W3CDTF">2026-08-29T17:01:53Z</dcterms:modified>
</cp:coreProperties>
</file>